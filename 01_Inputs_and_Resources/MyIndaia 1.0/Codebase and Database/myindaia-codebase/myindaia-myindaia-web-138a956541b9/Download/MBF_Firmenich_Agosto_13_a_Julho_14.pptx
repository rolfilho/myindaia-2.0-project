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80" r:id="rId18"/>
    <p:sldId id="279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5968C-5FA9-487A-8112-06CB6C9C09B3}" type="datetimeFigureOut">
              <a:rPr lang="pt-BR" smtClean="0"/>
              <a:pPr/>
              <a:t>12/08/2014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63513-29F2-4932-A698-50A2C52CF87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63513-29F2-4932-A698-50A2C52CF87E}" type="slidenum">
              <a:rPr lang="pt-BR" smtClean="0"/>
              <a:pPr/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63513-29F2-4932-A698-50A2C52CF87E}" type="slidenum">
              <a:rPr lang="pt-BR" smtClean="0"/>
              <a:pPr/>
              <a:t>21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gif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Conector reto 8"/>
          <p:cNvCxnSpPr/>
          <p:nvPr userDrawn="1"/>
        </p:nvCxnSpPr>
        <p:spPr>
          <a:xfrm>
            <a:off x="0" y="1988840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 userDrawn="1"/>
        </p:nvCxnSpPr>
        <p:spPr>
          <a:xfrm>
            <a:off x="0" y="4869160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 descr="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588224" y="3650406"/>
            <a:ext cx="2231938" cy="1103496"/>
          </a:xfrm>
          <a:prstGeom prst="rect">
            <a:avLst/>
          </a:prstGeom>
        </p:spPr>
      </p:pic>
      <p:sp>
        <p:nvSpPr>
          <p:cNvPr id="13" name="CaixaDeTexto 12"/>
          <p:cNvSpPr txBox="1"/>
          <p:nvPr userDrawn="1"/>
        </p:nvSpPr>
        <p:spPr>
          <a:xfrm>
            <a:off x="652244" y="2126466"/>
            <a:ext cx="7960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DE PERFORMANCE</a:t>
            </a:r>
          </a:p>
          <a:p>
            <a:pPr algn="ctr"/>
            <a:r>
              <a:rPr lang="pt-BR" sz="4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EXPORTAÇÃO</a:t>
            </a:r>
            <a:endParaRPr lang="pt-BR" sz="4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tângulo 15"/>
          <p:cNvSpPr/>
          <p:nvPr userDrawn="1"/>
        </p:nvSpPr>
        <p:spPr>
          <a:xfrm>
            <a:off x="0" y="-27384"/>
            <a:ext cx="9144000" cy="33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 useBgFill="1">
        <p:nvSpPr>
          <p:cNvPr id="17" name="Retângulo 16"/>
          <p:cNvSpPr/>
          <p:nvPr userDrawn="1"/>
        </p:nvSpPr>
        <p:spPr>
          <a:xfrm>
            <a:off x="0" y="6021288"/>
            <a:ext cx="9144000" cy="8367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" name="Picture 2" descr="http://heartland-global.com/wp-content/uploads/2012/11/Firmenich.gif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4470" y="3771502"/>
            <a:ext cx="2603354" cy="73761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000768"/>
            <a:ext cx="9144000" cy="6429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 smtClean="0"/>
              <a:t>Clique para editar os estilos do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pic>
        <p:nvPicPr>
          <p:cNvPr id="8" name="Imagem 7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58148" y="6108324"/>
            <a:ext cx="1071570" cy="529796"/>
          </a:xfrm>
          <a:prstGeom prst="rect">
            <a:avLst/>
          </a:prstGeom>
        </p:spPr>
      </p:pic>
      <p:pic>
        <p:nvPicPr>
          <p:cNvPr id="9" name="Picture 2" descr="http://legalnewsline.com/wp-content/uploads/2013/09/whirlpool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6106853"/>
            <a:ext cx="1071570" cy="551859"/>
          </a:xfrm>
          <a:prstGeom prst="rect">
            <a:avLst/>
          </a:prstGeom>
          <a:noFill/>
        </p:spPr>
      </p:pic>
      <p:sp>
        <p:nvSpPr>
          <p:cNvPr id="12" name="Espaço Reservado para Título 1"/>
          <p:cNvSpPr txBox="1">
            <a:spLocks/>
          </p:cNvSpPr>
          <p:nvPr userDrawn="1"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Clique para editar o estilo do título mestre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Espaço Reservado para Texto 2"/>
          <p:cNvSpPr>
            <a:spLocks noGrp="1"/>
          </p:cNvSpPr>
          <p:nvPr>
            <p:ph idx="10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1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1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1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tângulo 17"/>
          <p:cNvSpPr/>
          <p:nvPr userDrawn="1"/>
        </p:nvSpPr>
        <p:spPr>
          <a:xfrm>
            <a:off x="7715272" y="6072206"/>
            <a:ext cx="1428728" cy="571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9" name="Conector reto 18"/>
          <p:cNvCxnSpPr/>
          <p:nvPr userDrawn="1"/>
        </p:nvCxnSpPr>
        <p:spPr>
          <a:xfrm>
            <a:off x="32" y="7141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>
                    <a:lumMod val="60000"/>
                    <a:lumOff val="4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 userDrawn="1"/>
        </p:nvCxnSpPr>
        <p:spPr>
          <a:xfrm>
            <a:off x="0" y="678658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>
                    <a:lumMod val="60000"/>
                    <a:lumOff val="4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 userDrawn="1"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 userDrawn="1"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m 22" descr="Logo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812360" y="6021288"/>
            <a:ext cx="1295834" cy="640675"/>
          </a:xfrm>
          <a:prstGeom prst="rect">
            <a:avLst/>
          </a:prstGeom>
        </p:spPr>
      </p:pic>
      <p:pic>
        <p:nvPicPr>
          <p:cNvPr id="25" name="Picture 2" descr="http://heartland-global.com/wp-content/uploads/2012/11/Firmenich.gif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678" y="6165304"/>
            <a:ext cx="1562994" cy="442849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7F06413-7587-49D7-9109-B5EBAD4354FD}" type="datetimeFigureOut">
              <a:rPr lang="pt-BR" smtClean="0"/>
              <a:pPr/>
              <a:t>12/08/2014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109966-8EC3-4F93-81EB-77F931FECCBA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526268" y="3861048"/>
            <a:ext cx="20106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Agosto/13 a Julho/14</a:t>
            </a:r>
          </a:p>
          <a:p>
            <a:pPr algn="ctr"/>
            <a:r>
              <a:rPr lang="pt-BR" sz="16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 úteis </a:t>
            </a:r>
            <a:endParaRPr lang="pt-BR" sz="1600" b="1" i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58946" y="188640"/>
            <a:ext cx="7666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Quantidade de Processos Embarcados por Modal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1214422"/>
            <a:ext cx="7153275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280933" y="188640"/>
            <a:ext cx="46220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Quantidade de Processos por </a:t>
            </a:r>
          </a:p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Porto/Aeroporto/Fronteira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2513" y="1223980"/>
            <a:ext cx="703897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2612" y="188640"/>
            <a:ext cx="45387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Quantidade de Processos por</a:t>
            </a:r>
          </a:p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 de Estufagem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301152"/>
            <a:ext cx="7572427" cy="4556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493521" y="188640"/>
            <a:ext cx="8196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Quantidade de Processos / Percentual com anuência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8438" y="642918"/>
            <a:ext cx="36671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071810"/>
            <a:ext cx="9144000" cy="3057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1071539" y="188640"/>
            <a:ext cx="801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Canais de Parametrização – Últimos 4 meses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8575" y="857232"/>
            <a:ext cx="920115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592846" y="188640"/>
            <a:ext cx="39982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Canais de Parametrização</a:t>
            </a:r>
          </a:p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Acumulado 12 meses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714488"/>
            <a:ext cx="7715304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2612" y="188640"/>
            <a:ext cx="45387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Quantidade de Processos por</a:t>
            </a:r>
          </a:p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Agente de Carga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1285893"/>
            <a:ext cx="9144001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1048930" y="188640"/>
            <a:ext cx="7086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Quantidade de Processos por País de Destino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85794"/>
            <a:ext cx="914400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441139" y="188640"/>
            <a:ext cx="4301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Embarcados </a:t>
            </a:r>
            <a:r>
              <a:rPr lang="pt-BR" sz="28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Averbados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1214422"/>
            <a:ext cx="7143800" cy="4511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122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Marítimos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6740" y="1785926"/>
            <a:ext cx="6382745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2498"/>
            <a:ext cx="9144000" cy="412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122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Marítimos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785794"/>
            <a:ext cx="9144001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204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Marítimos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6237" y="785794"/>
            <a:ext cx="9160237" cy="514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 flipH="1">
            <a:off x="-1214479" y="188640"/>
            <a:ext cx="8143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 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Marítimos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785794"/>
            <a:ext cx="9144000" cy="5143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022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Aéreos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1827654"/>
            <a:ext cx="7215238" cy="38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000108"/>
            <a:ext cx="9144000" cy="412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022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Aéreos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022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Aéreos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76300"/>
            <a:ext cx="9144000" cy="505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022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Aéreos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1785926"/>
            <a:ext cx="9144001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571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Amostra  Aéreo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4144" y="1571612"/>
            <a:ext cx="7089756" cy="423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28670"/>
            <a:ext cx="914400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3337440" y="188640"/>
            <a:ext cx="2509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Amostra  Aéreo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744313"/>
            <a:ext cx="9144001" cy="5185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415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Rodoviários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1571613"/>
            <a:ext cx="7143800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857232"/>
            <a:ext cx="9144000" cy="404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415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Rodoviários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785794"/>
            <a:ext cx="9144001" cy="558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4624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0" y="6813376"/>
            <a:ext cx="9144000" cy="0"/>
          </a:xfrm>
          <a:prstGeom prst="line">
            <a:avLst/>
          </a:prstGeom>
          <a:ln w="177800">
            <a:gradFill flip="none" rotWithShape="1">
              <a:gsLst>
                <a:gs pos="12000">
                  <a:schemeClr val="tx2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326491" y="188640"/>
            <a:ext cx="3415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</a:t>
            </a:r>
            <a:r>
              <a:rPr lang="pt-BR" sz="28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Rodoviários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28802"/>
            <a:ext cx="9144000" cy="2809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90</Words>
  <Application>Microsoft Office PowerPoint</Application>
  <PresentationFormat>Apresentação na tela (4:3)</PresentationFormat>
  <Paragraphs>30</Paragraphs>
  <Slides>23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indaia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OUTBOUND Air Shipments Flow</dc:title>
  <dc:creator>David Saibro</dc:creator>
  <cp:lastModifiedBy>Cristina Veloso</cp:lastModifiedBy>
  <cp:revision>208</cp:revision>
  <dcterms:created xsi:type="dcterms:W3CDTF">2012-06-26T21:47:00Z</dcterms:created>
  <dcterms:modified xsi:type="dcterms:W3CDTF">2014-08-12T13:15:00Z</dcterms:modified>
</cp:coreProperties>
</file>